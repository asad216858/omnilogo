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445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F3F6D-BB7A-180C-CFB8-3C955EFCC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D88EE-58B5-E6B3-EB42-BB2DC0537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8BF99C-745D-ACC2-1E84-8C6F5519A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A0FB3-8EC7-E647-3CCF-CC34A8DE1F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59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988B-D253-7364-C1F5-084AAC48A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6D989-A01D-108C-F97A-77A673BEF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748C3-24A9-2905-E280-218F626D4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76884-90AF-5CEB-DCA1-86DC20FEAA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41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731520"/>
            <a:ext cx="1828800" cy="182880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96012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" y="581751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OmniLingo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37744" y="1203543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(English or Urdu to </a:t>
            </a:r>
            <a:r>
              <a:rPr lang="en-US" sz="2200" i="1" dirty="0" err="1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Doogri</a:t>
            </a:r>
            <a:r>
              <a:rPr lang="en-US" sz="22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Translator)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20040" y="2606040"/>
            <a:ext cx="4114800" cy="36576"/>
          </a:xfrm>
          <a:prstGeom prst="rect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278892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Machine Translation System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user input into Dogri language using Urdu script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09728" y="4572000"/>
            <a:ext cx="9034272" cy="5715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46177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Project — NLP &amp; Deep Learning</a:t>
            </a:r>
            <a:endParaRPr lang="en-US" sz="13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CB62B0-8309-F4BF-96A5-C9073ED47C19}"/>
              </a:ext>
            </a:extLst>
          </p:cNvPr>
          <p:cNvSpPr txBox="1"/>
          <p:nvPr/>
        </p:nvSpPr>
        <p:spPr>
          <a:xfrm>
            <a:off x="201168" y="1706463"/>
            <a:ext cx="411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Asad Haroon</a:t>
            </a:r>
            <a:b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: CND-02267072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28600" y="91440"/>
            <a:ext cx="777240" cy="777240"/>
          </a:xfrm>
          <a:prstGeom prst="ellipse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43" y="211183"/>
            <a:ext cx="537754" cy="5377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(Self Created)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2743200" cy="1234440"/>
          </a:xfrm>
          <a:prstGeom prst="rect">
            <a:avLst/>
          </a:prstGeom>
          <a:solidFill>
            <a:srgbClr val="1A2E45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7432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Pairs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143000"/>
            <a:ext cx="2743200" cy="1234440"/>
          </a:xfrm>
          <a:prstGeom prst="rect">
            <a:avLst/>
          </a:prstGeom>
          <a:solidFill>
            <a:srgbClr val="1A2E45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4612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24612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Pairs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1143000"/>
            <a:ext cx="2743200" cy="1234440"/>
          </a:xfrm>
          <a:prstGeom prst="rect">
            <a:avLst/>
          </a:prstGeom>
          <a:solidFill>
            <a:srgbClr val="1A2E45"/>
          </a:solidFill>
          <a:ln w="190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21792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21792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4320" y="2560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74320" y="2926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English / Urdu sentence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Dogri sentence (Urdu script)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stored in JSON format</a:t>
            </a:r>
          </a:p>
        </p:txBody>
      </p:sp>
      <p:sp>
        <p:nvSpPr>
          <p:cNvPr id="17" name="Text 14"/>
          <p:cNvSpPr/>
          <p:nvPr/>
        </p:nvSpPr>
        <p:spPr>
          <a:xfrm>
            <a:off x="4754880" y="2560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754880" y="2926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conversation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grammar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sentences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526280" y="2560320"/>
            <a:ext cx="36576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A65384E6-D2BA-7637-4434-617774F718FA}"/>
              </a:ext>
            </a:extLst>
          </p:cNvPr>
          <p:cNvSpPr/>
          <p:nvPr/>
        </p:nvSpPr>
        <p:spPr>
          <a:xfrm>
            <a:off x="6217920" y="1188357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30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777240" cy="7772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274320" y="1234440"/>
            <a:ext cx="1645920" cy="777240"/>
          </a:xfrm>
          <a:prstGeom prst="rect">
            <a:avLst/>
          </a:prstGeom>
          <a:solidFill>
            <a:srgbClr val="1C3A5E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2344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20240" y="1623060"/>
            <a:ext cx="4572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77440" y="1234440"/>
            <a:ext cx="1828800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77440" y="12344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(LSTM)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06240" y="1623060"/>
            <a:ext cx="54864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0" y="1234440"/>
            <a:ext cx="1463040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2344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1623060"/>
            <a:ext cx="45720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75120" y="1234440"/>
            <a:ext cx="1828800" cy="777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0" y="123444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(LSTM)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589520" y="2011680"/>
            <a:ext cx="0" cy="36576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75120" y="2377440"/>
            <a:ext cx="1828800" cy="685800"/>
          </a:xfrm>
          <a:prstGeom prst="rect">
            <a:avLst/>
          </a:prstGeom>
          <a:solidFill>
            <a:srgbClr val="1C3A5E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2377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Dogri 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(Urdu Script)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7432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DA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 Architecture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74320" y="3566160"/>
            <a:ext cx="274320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Type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84048" y="3977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Sequence-to-Sequence (Seq2Seq)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154680" y="3566160"/>
            <a:ext cx="274320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64408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264408" y="3977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Attention Mechanism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035040" y="3566160"/>
            <a:ext cx="274320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44768" y="3611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144768" y="3977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PyTorch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91440"/>
            <a:ext cx="777240" cy="777240"/>
          </a:xfrm>
          <a:prstGeom prst="ellipse">
            <a:avLst/>
          </a:prstGeom>
          <a:solidFill>
            <a:srgbClr val="009B80"/>
          </a:solidFill>
          <a:ln w="12700">
            <a:solidFill>
              <a:srgbClr val="009B8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9368"/>
            <a:ext cx="512884" cy="4499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74320" y="1143000"/>
            <a:ext cx="1965960" cy="914400"/>
          </a:xfrm>
          <a:prstGeom prst="rect">
            <a:avLst/>
          </a:prstGeom>
          <a:solidFill>
            <a:srgbClr val="1A2E4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" y="1216152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47472" y="1618488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240280" y="1600200"/>
            <a:ext cx="13716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377440" y="1143000"/>
            <a:ext cx="1965960" cy="914400"/>
          </a:xfrm>
          <a:prstGeom prst="rect">
            <a:avLst/>
          </a:prstGeom>
          <a:solidFill>
            <a:srgbClr val="1A2E4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50592" y="1216152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50592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450592" y="1618488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43400" y="1600200"/>
            <a:ext cx="13716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0" y="1143000"/>
            <a:ext cx="1965960" cy="914400"/>
          </a:xfrm>
          <a:prstGeom prst="rect">
            <a:avLst/>
          </a:prstGeom>
          <a:solidFill>
            <a:srgbClr val="1A2E4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53712" y="1216152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53712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53712" y="1618488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46520" y="1600200"/>
            <a:ext cx="13716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0" y="1143000"/>
            <a:ext cx="1965960" cy="914400"/>
          </a:xfrm>
          <a:prstGeom prst="rect">
            <a:avLst/>
          </a:prstGeom>
          <a:solidFill>
            <a:srgbClr val="1A2E4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56832" y="1216152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56832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656832" y="1618488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Numeric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74320" y="2331720"/>
            <a:ext cx="1965960" cy="914400"/>
          </a:xfrm>
          <a:prstGeom prst="rect">
            <a:avLst/>
          </a:prstGeom>
          <a:solidFill>
            <a:srgbClr val="1A2E4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7472" y="2404872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47472" y="2807208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240280" y="2788920"/>
            <a:ext cx="13716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377440" y="2331720"/>
            <a:ext cx="1965960" cy="914400"/>
          </a:xfrm>
          <a:prstGeom prst="rect">
            <a:avLst/>
          </a:prstGeom>
          <a:solidFill>
            <a:srgbClr val="1A2E4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50592" y="2404872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450592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2450592" y="2807208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343400" y="2788920"/>
            <a:ext cx="13716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480560" y="2331720"/>
            <a:ext cx="1965960" cy="914400"/>
          </a:xfrm>
          <a:prstGeom prst="rect">
            <a:avLst/>
          </a:prstGeom>
          <a:solidFill>
            <a:srgbClr val="1A2E4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53712" y="2404872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53712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553712" y="2807208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 Data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446520" y="2788920"/>
            <a:ext cx="13716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83680" y="2331720"/>
            <a:ext cx="1965960" cy="914400"/>
          </a:xfrm>
          <a:prstGeom prst="rect">
            <a:avLst/>
          </a:prstGeom>
          <a:solidFill>
            <a:srgbClr val="1A2E45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656832" y="2404872"/>
            <a:ext cx="384048" cy="38404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56832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656832" y="2807208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274320" y="3429000"/>
            <a:ext cx="8595360" cy="13716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9B8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720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Details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tokenization + cleaning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1,000 training + 200 testing sentence pairs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Dogri text in Urdu script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"/>
            <a:ext cx="777240" cy="7772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2646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Project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274320" y="1097280"/>
            <a:ext cx="2743200" cy="16002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84048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0584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Preservation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84048" y="178308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and digitizes the Dogri language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097280"/>
            <a:ext cx="2743200" cy="16002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55848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97764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Bridge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355848" y="178308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communication between language communities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1097280"/>
            <a:ext cx="2743200" cy="16002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27648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949440" y="12618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NLP Application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327648" y="178308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implementation of AI and NLP concepts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74320" y="2880360"/>
            <a:ext cx="2743200" cy="16002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84048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005840" y="3044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Web Ready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84048" y="356616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Extendable to mobile and web applications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46120" y="2880360"/>
            <a:ext cx="2743200" cy="16002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355848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🗣️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977640" y="3044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Tech Support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355848" y="356616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regional language technology development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17920" y="2880360"/>
            <a:ext cx="2743200" cy="16002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9A7"/>
            </a:solidFill>
            <a:prstDash val="solid"/>
          </a:ln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327648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949440" y="3044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System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327648" y="3566160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advanced translation systems</a:t>
            </a:r>
            <a:endParaRPr lang="en-US" sz="12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D3F152-5D8D-3E89-AC1F-AF51661D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82C2D3-2284-738F-EEE7-C2ECBFF6D616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14D933D-CB9F-C8AF-5CC8-E547CB996E39}"/>
              </a:ext>
            </a:extLst>
          </p:cNvPr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B2A3206-8D38-F689-9A03-DE1C2B3C950A}"/>
              </a:ext>
            </a:extLst>
          </p:cNvPr>
          <p:cNvSpPr/>
          <p:nvPr/>
        </p:nvSpPr>
        <p:spPr>
          <a:xfrm>
            <a:off x="228600" y="91440"/>
            <a:ext cx="777240" cy="7772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07986CE-D6E5-7AC4-F671-393AE8289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2646"/>
            <a:ext cx="685800" cy="6858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4972534D-53EE-20AF-86D0-F8836402A224}"/>
              </a:ext>
            </a:extLst>
          </p:cNvPr>
          <p:cNvSpPr/>
          <p:nvPr/>
        </p:nvSpPr>
        <p:spPr>
          <a:xfrm>
            <a:off x="118872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32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1D452E0-A8F9-7F8B-A548-BBC67F0B2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91326"/>
            <a:ext cx="9144000" cy="388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7531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F14D74-F8D7-EE53-42F7-0D99EFABA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CF230F-EC66-9EEF-539E-97C73D288E8E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37CDDA-C533-96B3-9790-0D31188B4B4A}"/>
              </a:ext>
            </a:extLst>
          </p:cNvPr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A453CD4-37B0-48AB-C7FC-D32F3D359C8E}"/>
              </a:ext>
            </a:extLst>
          </p:cNvPr>
          <p:cNvSpPr/>
          <p:nvPr/>
        </p:nvSpPr>
        <p:spPr>
          <a:xfrm>
            <a:off x="228600" y="91440"/>
            <a:ext cx="777240" cy="7772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7F4B5A24-7E12-D883-5FDC-AA1061304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2646"/>
            <a:ext cx="685800" cy="6858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7CBC37B5-C1DC-A6B1-305C-BE50693204E6}"/>
              </a:ext>
            </a:extLst>
          </p:cNvPr>
          <p:cNvSpPr/>
          <p:nvPr/>
        </p:nvSpPr>
        <p:spPr>
          <a:xfrm>
            <a:off x="118872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2EE775-0C77-3369-3A51-A641AC013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152048"/>
            <a:ext cx="7328110" cy="37146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8679654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237</Words>
  <Application>Microsoft Office PowerPoint</Application>
  <PresentationFormat>On-screen Show (16:9)</PresentationFormat>
  <Paragraphs>96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English/Urdu to Dogri Translator</dc:title>
  <dc:subject>PptxGenJS Presentation</dc:subject>
  <dc:creator>PptxGenJS</dc:creator>
  <cp:lastModifiedBy>Asad Haroon</cp:lastModifiedBy>
  <cp:revision>6</cp:revision>
  <dcterms:created xsi:type="dcterms:W3CDTF">2026-04-23T10:25:27Z</dcterms:created>
  <dcterms:modified xsi:type="dcterms:W3CDTF">2026-05-13T09:30:17Z</dcterms:modified>
</cp:coreProperties>
</file>